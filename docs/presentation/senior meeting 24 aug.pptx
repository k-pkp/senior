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nva Sans Bold" charset="1" panose="020B0803030501040103"/>
      <p:regular r:id="rId15"/>
    </p:embeddedFont>
    <p:embeddedFont>
      <p:font typeface="Canva Sans" charset="1" panose="020B05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00103" y="4303045"/>
            <a:ext cx="9487794" cy="120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senior meeting 24 aug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7745" y="4802134"/>
            <a:ext cx="15710971" cy="1037278"/>
          </a:xfrm>
          <a:custGeom>
            <a:avLst/>
            <a:gdLst/>
            <a:ahLst/>
            <a:cxnLst/>
            <a:rect r="r" b="b" t="t" l="l"/>
            <a:pathLst>
              <a:path h="1037278" w="15710971">
                <a:moveTo>
                  <a:pt x="0" y="0"/>
                </a:moveTo>
                <a:lnTo>
                  <a:pt x="15710971" y="0"/>
                </a:lnTo>
                <a:lnTo>
                  <a:pt x="15710971" y="1037278"/>
                </a:lnTo>
                <a:lnTo>
                  <a:pt x="0" y="1037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4549014" cy="88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Before rework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1676" y="4642763"/>
            <a:ext cx="16084648" cy="1001474"/>
          </a:xfrm>
          <a:custGeom>
            <a:avLst/>
            <a:gdLst/>
            <a:ahLst/>
            <a:cxnLst/>
            <a:rect r="r" b="b" t="t" l="l"/>
            <a:pathLst>
              <a:path h="1001474" w="16084648">
                <a:moveTo>
                  <a:pt x="0" y="0"/>
                </a:moveTo>
                <a:lnTo>
                  <a:pt x="16084648" y="0"/>
                </a:lnTo>
                <a:lnTo>
                  <a:pt x="16084648" y="1001474"/>
                </a:lnTo>
                <a:lnTo>
                  <a:pt x="0" y="1001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4041511" cy="88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After rework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77846" y="1989744"/>
            <a:ext cx="10218146" cy="8283084"/>
          </a:xfrm>
          <a:custGeom>
            <a:avLst/>
            <a:gdLst/>
            <a:ahLst/>
            <a:cxnLst/>
            <a:rect r="r" b="b" t="t" l="l"/>
            <a:pathLst>
              <a:path h="8283084" w="10218146">
                <a:moveTo>
                  <a:pt x="0" y="0"/>
                </a:moveTo>
                <a:lnTo>
                  <a:pt x="10218146" y="0"/>
                </a:lnTo>
                <a:lnTo>
                  <a:pt x="10218146" y="8283084"/>
                </a:lnTo>
                <a:lnTo>
                  <a:pt x="0" y="82830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4041511" cy="88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After rework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23069"/>
            <a:ext cx="3644801" cy="580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stage 0 prep data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23488" y="2674942"/>
            <a:ext cx="11171077" cy="6597917"/>
          </a:xfrm>
          <a:custGeom>
            <a:avLst/>
            <a:gdLst/>
            <a:ahLst/>
            <a:cxnLst/>
            <a:rect r="r" b="b" t="t" l="l"/>
            <a:pathLst>
              <a:path h="6597917" w="11171077">
                <a:moveTo>
                  <a:pt x="0" y="0"/>
                </a:moveTo>
                <a:lnTo>
                  <a:pt x="11171077" y="0"/>
                </a:lnTo>
                <a:lnTo>
                  <a:pt x="11171077" y="6597917"/>
                </a:lnTo>
                <a:lnTo>
                  <a:pt x="0" y="65979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4041511" cy="88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After rework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23069"/>
            <a:ext cx="3454301" cy="580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stage 3 clean ply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62722" y="2603540"/>
            <a:ext cx="11562556" cy="6532844"/>
          </a:xfrm>
          <a:custGeom>
            <a:avLst/>
            <a:gdLst/>
            <a:ahLst/>
            <a:cxnLst/>
            <a:rect r="r" b="b" t="t" l="l"/>
            <a:pathLst>
              <a:path h="6532844" w="11562556">
                <a:moveTo>
                  <a:pt x="0" y="0"/>
                </a:moveTo>
                <a:lnTo>
                  <a:pt x="11562556" y="0"/>
                </a:lnTo>
                <a:lnTo>
                  <a:pt x="11562556" y="6532845"/>
                </a:lnTo>
                <a:lnTo>
                  <a:pt x="0" y="65328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4041511" cy="88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After rework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23069"/>
            <a:ext cx="3454301" cy="580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stage 3 clean ply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1249" y="2674942"/>
            <a:ext cx="10487122" cy="6718312"/>
          </a:xfrm>
          <a:custGeom>
            <a:avLst/>
            <a:gdLst/>
            <a:ahLst/>
            <a:cxnLst/>
            <a:rect r="r" b="b" t="t" l="l"/>
            <a:pathLst>
              <a:path h="6718312" w="10487122">
                <a:moveTo>
                  <a:pt x="0" y="0"/>
                </a:moveTo>
                <a:lnTo>
                  <a:pt x="10487121" y="0"/>
                </a:lnTo>
                <a:lnTo>
                  <a:pt x="10487121" y="6718313"/>
                </a:lnTo>
                <a:lnTo>
                  <a:pt x="0" y="6718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4041511" cy="88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After rework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23069"/>
            <a:ext cx="3454301" cy="580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stage 3 clean ply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1885" y="3223827"/>
            <a:ext cx="13084230" cy="5740706"/>
          </a:xfrm>
          <a:custGeom>
            <a:avLst/>
            <a:gdLst/>
            <a:ahLst/>
            <a:cxnLst/>
            <a:rect r="r" b="b" t="t" l="l"/>
            <a:pathLst>
              <a:path h="5740706" w="13084230">
                <a:moveTo>
                  <a:pt x="0" y="0"/>
                </a:moveTo>
                <a:lnTo>
                  <a:pt x="13084230" y="0"/>
                </a:lnTo>
                <a:lnTo>
                  <a:pt x="13084230" y="5740705"/>
                </a:lnTo>
                <a:lnTo>
                  <a:pt x="0" y="57407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4041511" cy="88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After rework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23069"/>
            <a:ext cx="2783582" cy="580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stage 4 recon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24271" y="2571784"/>
            <a:ext cx="11180267" cy="6596358"/>
          </a:xfrm>
          <a:custGeom>
            <a:avLst/>
            <a:gdLst/>
            <a:ahLst/>
            <a:cxnLst/>
            <a:rect r="r" b="b" t="t" l="l"/>
            <a:pathLst>
              <a:path h="6596358" w="11180267">
                <a:moveTo>
                  <a:pt x="0" y="0"/>
                </a:moveTo>
                <a:lnTo>
                  <a:pt x="11180268" y="0"/>
                </a:lnTo>
                <a:lnTo>
                  <a:pt x="11180268" y="6596358"/>
                </a:lnTo>
                <a:lnTo>
                  <a:pt x="0" y="6596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4041511" cy="88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After rework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23069"/>
            <a:ext cx="2783582" cy="580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stage 4 recon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DAHTHLINrlg</dc:identifier>
  <dcterms:modified xsi:type="dcterms:W3CDTF">2011-08-01T06:04:30Z</dcterms:modified>
  <cp:revision>1</cp:revision>
  <dc:title>senior meeting 24 aug</dc:title>
</cp:coreProperties>
</file>